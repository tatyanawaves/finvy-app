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8e66e0a5a740b3" /><Relationship Type="http://schemas.openxmlformats.org/officeDocument/2006/relationships/extended-properties" Target="/docProps/app.xml" Id="R667e1a12bbd14059" /><Relationship Type="http://schemas.openxmlformats.org/officeDocument/2006/relationships/officeDocument" Target="/ppt/presentation.xml" Id="R0416cad598df47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9e85670067464a"/>
  </p:sldMasterIdLst>
  <p:notesMasterIdLst>
    <p:notesMasterId xmlns:r="http://schemas.openxmlformats.org/officeDocument/2006/relationships" r:id="Rff61af7898714fd2"/>
  </p:notesMasterIdLst>
  <p:sldIdLst>
    <p:sldId xmlns:r="http://schemas.openxmlformats.org/officeDocument/2006/relationships" id="256" r:id="R4c397b20eb1c4d9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e85670067464a" /><Relationship Type="http://schemas.openxmlformats.org/officeDocument/2006/relationships/theme" Target="/ppt/theme/theme1.xml" Id="R8b5f9d7852f54f50" /><Relationship Type="http://schemas.openxmlformats.org/officeDocument/2006/relationships/notesMaster" Target="/ppt/notesMasters/notesMaster1.xml" Id="Rff61af7898714fd2" /><Relationship Type="http://schemas.openxmlformats.org/officeDocument/2006/relationships/presProps" Target="/ppt/presProps.xml" Id="R277c968b1c6a45d8" /><Relationship Type="http://schemas.openxmlformats.org/officeDocument/2006/relationships/viewProps" Target="/ppt/viewProps.xml" Id="R6871e41ea822464b" /><Relationship Type="http://schemas.openxmlformats.org/officeDocument/2006/relationships/tableStyles" Target="/ppt/tableStyles.xml" Id="R66aa94e0e3f5423d" /><Relationship Type="http://schemas.openxmlformats.org/officeDocument/2006/relationships/slide" Target="/ppt/slides/slide1.xml" Id="R4c397b20eb1c4d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7e610172fc74f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e78c843cbe45f0" /><Relationship Type="http://schemas.openxmlformats.org/officeDocument/2006/relationships/notesMaster" Target="/ppt/notesMasters/notesMaster1.xml" Id="R25b29e4e803341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d7c3ba0e0430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017d5608d924dec" /><Relationship Type="http://schemas.openxmlformats.org/officeDocument/2006/relationships/slideLayout" Target="/ppt/slideLayouts/slideLayout2.xml" Id="R3ea2794d9dbd41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2794d9dbd41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7654040ccc490a" /><Relationship Type="http://schemas.openxmlformats.org/officeDocument/2006/relationships/notesSlide" Target="/ppt/notesSlides/notesSlide1.xml" Id="Rff002bd32fe24a8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">
            <a:extLst xmlns:a="http://schemas.openxmlformats.org/drawingml/2006/main">
              <a:ext uri="{FF2B5EF4-FFF2-40B4-BE49-F238E27FC236}">
                <a16:creationId xmlns:a16="http://schemas.microsoft.com/office/drawing/2014/main" id="{772788AA-384F-49C4-A55A-FEC3C800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11827"/>
                </a:solidFill>
              </a:defRPr>
            </a:pPr>
            <a:r>
              <a:rPr sz="6000" b="1">
                <a:solidFill>
                  <a:srgbClr val="111827"/>
                </a:solidFill>
              </a:rPr>
              <a:t>?????? Inter</a:t>
            </a:r>
          </a:p>
        </p:txBody>
      </p:sp>
    </p:spTree>
    <p:extLst>
      <p:ext uri="{BB962C8B-B14F-4D97-AF65-F5344CB8AC3E}">
        <p14:creationId xmlns:p14="http://schemas.microsoft.com/office/powerpoint/2010/main" val="922471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2026-05-05T17:45:42.4940000Z</dcterms:created>
  <dcterms:modified xsi:type="dcterms:W3CDTF">2026-05-05T17:45:42.4940000Z</dcterms:modified>
</coreProperties>
</file>